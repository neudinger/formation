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Parallel Programming in Modern C++ with CUDA, Bazel, and Clang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Day 1 - Repository foundation and first CUDA feature</a:t>
            </a:r>
          </a:p>
        </p:txBody>
      </p:sp>
      <p:pic>
        <p:nvPicPr>
          <p:cNvPr id="4" name="Picture 3" descr="pipeline_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Core operation: out[i] = alpha * a[i] + b[i]</a:t>
            </a:r>
          </a:p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Project path: projects/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This Course Was Reworked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From machine-specific IDE setup to reproducible GPU engineering</a:t>
            </a:r>
          </a:p>
        </p:txBody>
      </p:sp>
      <p:pic>
        <p:nvPicPr>
          <p:cNvPr id="7" name="Picture 6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Old course: Visual Studio project files, local CUDA SDK assumptions, debugger-first flow.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New course: Bazel target graph, hermetic Clang/CUDA, tests, benchmarks, deployable artifacts.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Editor choice remains flexible; the repository defines the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reworked.md   |   Source: Bazel Hermeticity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Two-Day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1 builds; Day 2 measures, packages, compares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1: GPU model, Bazel, Clang/CUDA, CPU oracle, first kernel, launch APIs, tests.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2: runtime measurement, streams, OCI packaging, remote build model, JAX/XLA, MatMul.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Each block reconnects to a runnable Bazel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targets: //runtime:device_info, //cpp:vector_cpu_test, //gpu:vector_add_test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Final Repository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repository is organized by learning responsibility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projects/simple: tiny GPU info + OCI image path.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projects/detailed: full CPU/CUDA/runtime/python/deploy/linear algebra project.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deck follows the actual files and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Learning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Correctness first, performance second, packaging third</a:t>
            </a:r>
          </a:p>
        </p:txBody>
      </p:sp>
      <p:pic>
        <p:nvPicPr>
          <p:cNvPr id="7" name="Picture 6" descr="learn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before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 before benchmark.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 graph before deployment.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Avoid fast wrong code by making verification a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GPU as a Separate Compute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Host code orchestrates device work across a memory boundary</a:t>
            </a:r>
          </a:p>
        </p:txBody>
      </p:sp>
      <p:pic>
        <p:nvPicPr>
          <p:cNvPr id="7" name="Picture 6" descr="host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code prepares data and launches kernels.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device code runs many threads over device memory.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Data movement is part of the program, not a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runtime/device_info.cc   |   Source: CUDA C++ Programming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vs GPU Work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GPUs like lots of similar work; CPUs handle mixed latency-sensitive work</a:t>
            </a:r>
          </a:p>
        </p:txBody>
      </p:sp>
      <p:pic>
        <p:nvPicPr>
          <p:cNvPr id="7" name="Picture 6" descr="cpu_gpu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30482"/>
            <a:ext cx="6766560" cy="28999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Serial CPU: one loop does all work.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threads: a few workers process chunks.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grid: many threads map naturally to many elements.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cpp/vector_threaded.cc -&gt; gpu/vector_add_device.cu   |   Source: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The Course Operation: SAXPY-Like Vector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One small operation teaches the complete path</a:t>
            </a:r>
          </a:p>
        </p:txBody>
      </p:sp>
      <p:pic>
        <p:nvPicPr>
          <p:cNvPr id="7" name="Picture 6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Inputs: a[N], b[N], scalar alpha.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Output: out[i] = alpha * a[i] + b[i].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Same semantics are implemented on CPU, CPU threads, CUDA, and JAX.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cpp/vector_cpu.cc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First Live Demo: Ask the GPU Who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Before kernels, inspect the CUDA runtime environment</a:t>
            </a:r>
          </a:p>
        </p:txBody>
      </p:sp>
      <p:pic>
        <p:nvPicPr>
          <p:cNvPr id="7" name="Picture 6" descr="code_9_First_Live_Demo_Ask_the_GPU_Who_It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2271"/>
            <a:ext cx="7040880" cy="3959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Run the smallest CUDA-aware target first.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confirms runtime access, driver visibility, and device enumeration.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cudaDeviceProp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Device properties connect hardware constraints to code choices</a:t>
            </a:r>
          </a:p>
        </p:txBody>
      </p:sp>
      <p:pic>
        <p:nvPicPr>
          <p:cNvPr id="7" name="Picture 6" descr="code_10_What_cudaDeviceProp_Te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15" y="1234440"/>
            <a:ext cx="60208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major/minor: compute capability.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multiProcessorCount: parallel capacity.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warpSize: scheduling granularity.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maxThreadsPerBlock and shared memory guide later launch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   |   Source: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Hermetic Builds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Works-on-my-machine is not a course architecture</a:t>
            </a:r>
          </a:p>
        </p:txBody>
      </p:sp>
      <p:pic>
        <p:nvPicPr>
          <p:cNvPr id="7" name="Picture 6" descr="herm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isolates build inputs from host machine drift.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Tool versions and dependencies are declared in the repository.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same source/config should produce the same artifact.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MODULE.bazel + .bazelrc   |   Source: Bazel Hermeticity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Bazel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Four words make the repository readable</a:t>
            </a:r>
          </a:p>
        </p:txBody>
      </p:sp>
      <p:pic>
        <p:nvPicPr>
          <p:cNvPr id="7" name="Picture 6" descr="bazel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MODULE.bazel: external dependencies and toolchain extensions.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BUILD.bazel: package targets.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target: buildable unit.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label: canonical address such as //gpu:vector_add_test.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//cpp:vector_cpu_test, //gpu:vector_add_benchmark   |   Source: Bazel concepts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Module File: Dependencies and Toolchains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MODULE.bazel declares the external universe</a:t>
            </a:r>
          </a:p>
        </p:txBody>
      </p:sp>
      <p:pic>
        <p:nvPicPr>
          <p:cNvPr id="7" name="Picture 6" descr="code_13_Module_File_Dependencies_and_Tool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4404"/>
            <a:ext cx="7040880" cy="5054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rules_cc for C++ targets.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rules_cuda for CUDA targets and hermetic toolkit support.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rules_python for Python hooks.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toolchains_llvm for Clang C++26.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projects/detailed/MODULE.bazel   |   Source: rules_cuda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.bazelrc: Build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 chooses compiler and CUDA mode consistently</a:t>
            </a:r>
          </a:p>
        </p:txBody>
      </p:sp>
      <p:pic>
        <p:nvPicPr>
          <p:cNvPr id="7" name="Picture 6" descr="code_14__bazelrc_Build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7358"/>
            <a:ext cx="7040880" cy="2689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extra_toolchains selects the LLVM toolchain.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rules_cuda compiler is set to clang.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archs selects device code generation target.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Build policy stays outside source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Source: rules_cuda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Clang CUDA Compilation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Clang compiles host and device sides; ptxas generates device code</a:t>
            </a:r>
          </a:p>
        </p:txBody>
      </p:sp>
      <p:pic>
        <p:nvPicPr>
          <p:cNvPr id="7" name="Picture 6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parses CUDA and separates host/device compilation.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 is the device intermediate form.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assembles PTX to architecture-specific device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--@rules_cuda//cuda:compiler=clang   |   Source: LLVM: Compiling CUDA with Clang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1 Checkpoint: Build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repository gives a reproducible baseline before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Move into the detailed project.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full test set.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which targets need runtime GPU access.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any environment blockers.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</a:t>
            </a:r>
          </a:p>
        </p:txBody>
      </p:sp>
      <p:pic>
        <p:nvPicPr>
          <p:cNvPr id="12" name="Picture 11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648456"/>
            <a:ext cx="4251960" cy="1984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Oracle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correctness starts with a boring CPU implementation</a:t>
            </a:r>
          </a:p>
        </p:txBody>
      </p:sp>
      <p:pic>
        <p:nvPicPr>
          <p:cNvPr id="7" name="Picture 6" descr="code_17_CPU_Oracle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4241"/>
            <a:ext cx="7040880" cy="3355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Validate input sizes before work.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a simple loop to express the contract.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result becomes the comparison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projects/detailed/cpp/vector_cpu.cc   |   Source: CUDA C++ Best Practices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Test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Tests capture the contract before acceleration</a:t>
            </a:r>
          </a:p>
        </p:txBody>
      </p:sp>
      <p:pic>
        <p:nvPicPr>
          <p:cNvPr id="7" name="Picture 6" descr="code_18_CPU_Tes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67" y="1234440"/>
            <a:ext cx="578418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cc_test makes the CPU oracle executable in the build graph.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test target depends on CPU libraries, not on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separates semantics from acceleration.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//cpp:vector_cpu_test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Threaded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 comparison should include CPU parallelism, not only serial CPU</a:t>
            </a:r>
          </a:p>
        </p:txBody>
      </p:sp>
      <p:pic>
        <p:nvPicPr>
          <p:cNvPr id="7" name="Picture 6" descr="code_19_CPU_Threaded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76" y="1234440"/>
            <a:ext cx="553536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Split N elements into chunks.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host threads to show CPU parallel work.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bridges C++ concurrency and GPU parallelism.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projects/detailed/cpp/vector_threaded.cc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Benchmark Output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 benchmark teaches only if we know what was measured</a:t>
            </a:r>
          </a:p>
        </p:txBody>
      </p:sp>
      <p:pic>
        <p:nvPicPr>
          <p:cNvPr id="7" name="Picture 6" descr="code_20_Benchmark_Output_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3" y="1234440"/>
            <a:ext cx="60134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Record input size.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Separate serial and threaded paths.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Treat first-run and machine variance carefully.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//cpp:vector_cpu_benchmark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projects/detailed/cpp/vector_cpu_benchmark.cc   |   Source: CUDA C++ Best Practices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Source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Keep host orchestration and device kernel code cleanly separated</a:t>
            </a:r>
          </a:p>
        </p:txBody>
      </p:sp>
      <p:pic>
        <p:nvPicPr>
          <p:cNvPr id="7" name="Picture 6" descr="fil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Public API: gpu/vector_add.h.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Host wrapper: gpu/vector_add_cuda.cc.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Device launcher + kernel: gpu/vector_add_device.{h,cu}.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prevents one tangled .cu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Target in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source becomes a Bazel target like everything else</a:t>
            </a:r>
          </a:p>
        </p:txBody>
      </p:sp>
      <p:pic>
        <p:nvPicPr>
          <p:cNvPr id="7" name="Picture 6" descr="code_22_CUDA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82" y="1234440"/>
            <a:ext cx="434075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cuda_library compiles device code.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cc_library wraps host-side logic.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Tests and benchmarks depend on the API target, not raw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   |   Source: rules_cuda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Kernel Code: One Thread, One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Global thread index maps CUDA threads to vector elements</a:t>
            </a:r>
          </a:p>
        </p:txBody>
      </p:sp>
      <p:pic>
        <p:nvPicPr>
          <p:cNvPr id="7" name="Picture 6" descr="code_23_Kernel_Code_One_Thread_One_E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1220"/>
            <a:ext cx="7040880" cy="1841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blockIdx.x identifies the block.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blockDim.x is the block size.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threadIdx.x identifies the thread inside the block.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bounds check protects the final partial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projects/detailed/gpu/vector_add_device.cu   |   Source: CUDA C++ Programming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Thread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exposes grid -&gt; block -&gt; thread hierarchy</a:t>
            </a:r>
          </a:p>
        </p:txBody>
      </p:sp>
      <p:pic>
        <p:nvPicPr>
          <p:cNvPr id="7" name="Picture 6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kernel launch creates a grid.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grid contains blocks.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Blocks contain threads.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Threads in a block can cooperate with shared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blockIdx, blockDim, threadIdx   |   Source: CUDA C++ Programming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Choosing Block and Grid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 configuration controls how many threads run</a:t>
            </a:r>
          </a:p>
        </p:txBody>
      </p:sp>
      <p:pic>
        <p:nvPicPr>
          <p:cNvPr id="7" name="Picture 6" descr="vector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72145"/>
            <a:ext cx="6766560" cy="2416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a fixed block size for the first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Round grid size up to cover all N elements.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Keep if (i &lt; n) inside the kernel.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constexpr int block_size = 256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Host Wrapper: Memory and Launch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Host C++ owns allocation, copies, launch, sync, and result transfer</a:t>
            </a:r>
          </a:p>
        </p:txBody>
      </p:sp>
      <p:pic>
        <p:nvPicPr>
          <p:cNvPr id="7" name="Picture 6" descr="code_26_Host_Wrapper_Memory_and_Launch_Own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969" y="1234440"/>
            <a:ext cx="350278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Validate inputs and compute byte counts.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Allocate device buffers.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Copy host-to-device, launch, synchronize, copy back.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Free device buffers.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projects/detailed/gpu/vector_add_cuda.cc   |   Source: CUDA Runtime API - Execution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Runtime API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Runtime API is the control surface for device work</a:t>
            </a:r>
          </a:p>
        </p:txBody>
      </p:sp>
      <p:pic>
        <p:nvPicPr>
          <p:cNvPr id="7" name="Picture 6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cudaMalloc creates device buffers.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cudaMemcpy moves data.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launches work explicitly.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cudaDeviceSynchronize waits for completion.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cudaFree releases device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+ gpu/vector_add_device.cu   |   Source: CUDA Runtime API - Execution Control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Error Handling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Every CUDA call should be checked</a:t>
            </a:r>
          </a:p>
        </p:txBody>
      </p:sp>
      <p:pic>
        <p:nvPicPr>
          <p:cNvPr id="7" name="Picture 6" descr="code_28_Error_Handling_Hel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81" y="1234440"/>
            <a:ext cx="641355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Unchecked CUDA errors make debugging unreliable.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helper captures file and line context.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it around allocation, copies, synchronization, and runtime launches.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projects/detailed/runtime/cuda_errors.h   |   Source: CUDA C++ Best Practices Guide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Stream and Event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Small RAII helpers make CUDA runtime objects safer</a:t>
            </a:r>
          </a:p>
        </p:txBody>
      </p:sp>
      <p:pic>
        <p:nvPicPr>
          <p:cNvPr id="7" name="Picture 6" descr="code_29_Stream_and_Event_Hel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82" y="1234440"/>
            <a:ext cx="419395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Stream wrapper owns cudaStreamCreate/cudaStreamDestroy.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Event wrapper owns cudaEventCreate/cudaEventDestroy.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elapsed_ms centralizes CUDA event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projects/detailed/runtime/cuda_launch.h   |   Source: CUDA C++ Programming Guide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Two Launch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Triple-chevron syntax and cudaLaunchKernel launch the same device function</a:t>
            </a:r>
          </a:p>
        </p:txBody>
      </p:sp>
      <p:pic>
        <p:nvPicPr>
          <p:cNvPr id="7" name="Picture 6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78815"/>
            <a:ext cx="6766560" cy="28032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Triple-chevron is the normal readable CUDA C++ syntax.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exposes the Runtime API mechanism explicitly.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project lets both paths be benchmarked and tested.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LaunchApi enum + vector_add_device.cu   |   Source: CUDA Runtime API - Execution Control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Correctness Test: CPU vs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GPU result must match the CPU oracle</a:t>
            </a:r>
          </a:p>
        </p:txBody>
      </p:sp>
      <p:pic>
        <p:nvPicPr>
          <p:cNvPr id="7" name="Picture 6" descr="code_31_Correctness_Test_CPU_vs_C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407" y="1234440"/>
            <a:ext cx="505990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and CUDA paths share the same inputs.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Outputs are compared element by element.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No performance discussion until this target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//gpu:vector_add_test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projects/detailed/gpu/vector_add_test.cc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Live Demo: Run the CUDA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first CUDA feature is now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test target.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If cached, use --nocache_test_results for a live run.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both launch styles are covered by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//gpu:vector_add_test
# optional: --nocache_test_results</a:t>
            </a:r>
          </a:p>
        </p:txBody>
      </p:sp>
      <p:pic>
        <p:nvPicPr>
          <p:cNvPr id="12" name="Picture 11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59816"/>
            <a:ext cx="4251960" cy="17615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Aquery: Proving Hermetic Clang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Trust, then inspect the action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aquery reveals the compile actions Bazel will run.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Look for external LLVM toolchain paths.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The goal is to prove the compiler is not an ambient /usr/bin guess.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aquery 'mnemonic("CppCompile", //gpu:vector_add_test)'</a:t>
            </a:r>
          </a:p>
        </p:txBody>
      </p:sp>
      <p:pic>
        <p:nvPicPr>
          <p:cNvPr id="12" name="Picture 11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action graph   |   Source: Bazel Hermeticity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Build Graph as a Teaching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Build dependencies mirror architecture decisions</a:t>
            </a:r>
          </a:p>
        </p:txBody>
      </p:sp>
      <p:pic>
        <p:nvPicPr>
          <p:cNvPr id="7" name="Picture 6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 target depends on CPU and CUDA implementations.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wrapper depends on device library.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Device library uses runtime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target graph is a design diagram.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Architecture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Device code is compiled for GPU architecture choices</a:t>
            </a:r>
          </a:p>
        </p:txBody>
      </p:sp>
      <p:pic>
        <p:nvPicPr>
          <p:cNvPr id="7" name="Picture 6" descr="arch_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config selects compute/PTX and sm/SASS targets.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 path gives compatibility; SASS path is architecture-specific.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Labs may change this for a different GPU fleet.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Source: rules_cuda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Can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failures are usually environment, architecture, memory, or launch bugs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No driver or no GPU access.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Architecture flag mismatch.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Wrong copy size or direction.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Unchecked launch failure.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device_info and CUDA_CHECK to localize.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 + runtime/cuda_errors.h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2: Read and Explain the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Be able to narrate the CUDA kernel line by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Open gpu/vector_add_device.cu.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the index calculation.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the bounds check.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where grid and block sizes are chosen.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code projects/detailed/gpu/vector_add_device.cu</a:t>
            </a:r>
          </a:p>
        </p:txBody>
      </p:sp>
      <p:pic>
        <p:nvPicPr>
          <p:cNvPr id="12" name="Picture 11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577589"/>
            <a:ext cx="4251960" cy="21259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3: Change Vector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Configuration changes should preserve 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Change the benchmark vector size.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Re-run the CUDA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serial CPU, threaded CPU, runtime API CUDA, and triple-chevron CUDA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//gpu:vector_add_test
bazel run //gpu:vector_add_benchmark</a:t>
            </a:r>
          </a:p>
        </p:txBody>
      </p:sp>
      <p:pic>
        <p:nvPicPr>
          <p:cNvPr id="12" name="Picture 11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Benchmark Target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1 ends with the benchmark target ready for deeper analysis</a:t>
            </a:r>
          </a:p>
        </p:txBody>
      </p:sp>
      <p:pic>
        <p:nvPicPr>
          <p:cNvPr id="7" name="Picture 6" descr="code_39_Benchmark_Targe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benchmark invokes CPU serial, CPU threaded, and CUDA variants.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Day 2 will explain timing, memory cost, and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From Visual Studio Debugger to Repository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old debugger-first flow becomes build/test/run first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Old course step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Repository-driven replacement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Install CUDA SDK manually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cuda.redist_json + rules_cuda toolchain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Create Visual Studio project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BUILD.bazel targets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Run a sample app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run //runtime:device_info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Compare CPU/GPU manually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test //gpu:vector_add_test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Package by copying files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rules_oci image target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430"/>
                </a:solidFill>
              </a:defRPr>
            </a:pPr>
            <a:r>
              <a:t>Editor choice stays independent from build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reworked repository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Architecture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foundation for a real CUDA project is now in place</a:t>
            </a:r>
          </a:p>
        </p:txBody>
      </p:sp>
      <p:pic>
        <p:nvPicPr>
          <p:cNvPr id="7" name="Picture 6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C++ compiler.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CUDA toolkit.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and threaded baseline.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device kernel and host wrapper.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Error helper and runtime launch path.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Tests and benchmark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Documentation Anchors for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official docs to support the repository decisions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Primary source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Repository anchor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programming model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C++ Programming Guide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gpu/vector_add_device.cu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Runtime launch API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Runtime API execution control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cudaLaunchKernel path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Clang 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LLVM Clang CUDA docs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.bazelrc + 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Hermetic build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hermeticity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MODULE.bazel + toolchains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Bazel rules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gpu/BUILD.bazel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docs-to-code mapping   |   Source: CUDA / LLVM / Bazel official docs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Integration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 the end-to-end Day 1 path in four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device.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CPU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CUDA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vector-add benchmark 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run //runtime:device_info
bazel test //cpp:vector_cpu_test
bazel test //gpu:vector_add_test
bazel run //gpu:vector_add_benchmark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Prepare for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2 asks what the GPU work costs and how we deploy it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much time is launch vs transfer vs compute?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do streams overlap work?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What belongs in a container?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does JAX/XLA compare?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Why is MatMul different from vector add?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Day 2 targets: benchmark, deploy, JAX, MatMul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Exercise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Concrete practice tasks that extend the repository without changing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Re-run //runtime:device_info and identify three hardware fields.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Add one new assertion to vector_add_test.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Change benchmark size and record timings.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compiler path with aquery.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//runtime:device_info
bazel test //gpu:vector_add_test
bazel aquery 'mnemonic("CppCompile", //gpu:vector_add_test)'</a:t>
            </a:r>
          </a:p>
        </p:txBody>
      </p:sp>
      <p:pic>
        <p:nvPicPr>
          <p:cNvPr id="12" name="Picture 11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Foundation complete: code, build, test, and first GPU feature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repository declares the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CPU verifies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compiles host and CUDA code.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is part of device code generation.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2 measures, overlaps, packages, and compares.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